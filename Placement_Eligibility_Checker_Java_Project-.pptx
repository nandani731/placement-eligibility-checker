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PLACEMENT</a:t>
            </a:r>
            <a:br/>
            <a:r>
              <a:t>ELIGIBILITY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2E1F5"/>
                </a:solidFill>
              </a:defRPr>
            </a:pPr>
            <a:r>
              <a:t>Java-Based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7132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Presented by: ____________________</a:t>
            </a:r>
            <a:br/>
            <a:r>
              <a:t>Class / Roll No.: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Placement Eligibility Checker is a Java-based application designed to check whether a student is eligible for a particular placement opportunity.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It evaluates student details such as CGPA, 10th/12th percentage, backlogs and required skills.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The system gives a clear result: Eligible or Not Eligible.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It reduces manual checking and makes the selection process faster and more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Manual Checking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21408"/>
            <a:ext cx="3054096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Placement criteria are often checked manually, which can take time and may lead to mistakes.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0020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Different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121408"/>
            <a:ext cx="3054096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Every company may have different academic and skill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0020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Need for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2121408"/>
            <a:ext cx="3054096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A computerized checker can quickly compare student data with company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Goal: provide a simple, accurate and user-friendly eligibility checking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Create a simple Java application for placement eligibility checking.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Accept and validate student academic and placement-related information.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Compare student details with predefined eligibility criteria.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Display the final eligibility result clearly.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Store student/company data using a database when database connectivity is included.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3"/>
                </a:solidFill>
              </a:defRPr>
            </a:pPr>
            <a:r>
              <a:t>Reduce time and effort required for manual eligibility verification.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4.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463039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Student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984248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Enter student name, roll number, branch, CGPA and academic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463039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Eligibility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984248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Set minimum CGPA, percentage and backlog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39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971799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Automatic Checking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493007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System compares entered data with placement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39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971799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Result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493007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Shows Eligible / Not Eligible with relevant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480560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Database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5001768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Student and placement information can be stored securely.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343400"/>
            <a:ext cx="5166360" cy="123444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480560"/>
            <a:ext cx="4837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User-Friendly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001768"/>
            <a:ext cx="48371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Simple forms and clear messages make the system easy to 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5. Technology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0020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Programming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12140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60020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212140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Eclipse 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60020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12140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MySQL (if database module is used)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61188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3308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JDBC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61188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Frontend /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13308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Java Swing / JSP-Servlets (as implemented)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611880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Concepts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133088"/>
            <a:ext cx="309981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OOP, Exception Handling, Validation, SQL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6. System Working /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1234440"/>
            <a:ext cx="4480560" cy="502920"/>
          </a:xfrm>
          <a:prstGeom prst="roundRect">
            <a:avLst/>
          </a:prstGeom>
          <a:solidFill>
            <a:srgbClr val="192D50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15000" y="1755648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947672"/>
            <a:ext cx="4480560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Enter Student Details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2468880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2660904"/>
            <a:ext cx="4480560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Select / Enter Placement Criteria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3182112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3374136"/>
            <a:ext cx="4480560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Validate Data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3895344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0" y="4087368"/>
            <a:ext cx="4480560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Compare Criteria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4608576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4800600"/>
            <a:ext cx="4480560" cy="502920"/>
          </a:xfrm>
          <a:prstGeom prst="roundRect">
            <a:avLst/>
          </a:prstGeom>
          <a:solidFill>
            <a:srgbClr val="EEF4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323"/>
                </a:solidFill>
              </a:defRPr>
            </a:pPr>
            <a:r>
              <a:t>Display Eligibility Result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15000" y="5321808"/>
            <a:ext cx="731520" cy="201168"/>
          </a:xfrm>
          <a:prstGeom prst="downArrow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5513831"/>
            <a:ext cx="4480560" cy="502920"/>
          </a:xfrm>
          <a:prstGeom prst="roundRect">
            <a:avLst/>
          </a:prstGeom>
          <a:solidFill>
            <a:srgbClr val="192D50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7. Eligibility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246120" cy="20574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6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54480"/>
            <a:ext cx="2916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Academic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75688"/>
            <a:ext cx="29169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Example:</a:t>
            </a:r>
            <a:br/>
            <a:r>
              <a:t>• Minimum CGPA: 6.0</a:t>
            </a:r>
            <a:br/>
            <a:r>
              <a:t>• 10th: 60%+</a:t>
            </a:r>
            <a:br/>
            <a:r>
              <a:t>• 12th: 60%+</a:t>
            </a:r>
            <a:br/>
            <a:r>
              <a:t>(Values can be customized.)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46120" cy="20574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554480"/>
            <a:ext cx="2916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Backlog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2075688"/>
            <a:ext cx="29169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Example:</a:t>
            </a:r>
            <a:br/>
            <a:r>
              <a:t>• Current backlogs = 0</a:t>
            </a:r>
            <a:br/>
            <a:r>
              <a:t>• No active disciplinary issue</a:t>
            </a:r>
            <a:br/>
            <a:r>
              <a:t>Criteria can be configured according to company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246120" cy="205740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19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54480"/>
            <a:ext cx="29169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Final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075688"/>
            <a:ext cx="29169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If all required conditions are satisfied → ELIGIBLE</a:t>
            </a:r>
            <a:br/>
            <a:r>
              <a:t>Otherwise → NOT ELIGIBLE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323"/>
                </a:solidFill>
              </a:defRPr>
            </a:pPr>
            <a:r>
              <a:t>The program can be extended to support multiple companies with different eligibility rules.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8. Database Design (Optional)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338328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50876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Student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2029967"/>
            <a:ext cx="3054096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student_id</a:t>
            </a:r>
            <a:br/>
            <a:r>
              <a:t>name</a:t>
            </a:r>
            <a:br/>
            <a:r>
              <a:t>roll_no</a:t>
            </a:r>
            <a:br/>
            <a:r>
              <a:t>branch</a:t>
            </a:r>
            <a:br/>
            <a:r>
              <a:t>cgpa</a:t>
            </a:r>
            <a:br/>
            <a:r>
              <a:t>percentage_10</a:t>
            </a:r>
            <a:br/>
            <a:r>
              <a:t>percentage_12</a:t>
            </a:r>
            <a:br/>
            <a:r>
              <a:t>backlogs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338328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6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50876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Company / Criteria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2029967"/>
            <a:ext cx="3054096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company_id</a:t>
            </a:r>
            <a:br/>
            <a:r>
              <a:t>company_name</a:t>
            </a:r>
            <a:br/>
            <a:r>
              <a:t>min_cgpa</a:t>
            </a:r>
            <a:br/>
            <a:r>
              <a:t>min_10</a:t>
            </a:r>
            <a:br/>
            <a:r>
              <a:t>min_12</a:t>
            </a:r>
            <a:br/>
            <a:r>
              <a:t>max_backlogs</a:t>
            </a:r>
            <a:br/>
            <a:r>
              <a:t>required_skills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383280" cy="338328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19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08760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Result /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029967"/>
            <a:ext cx="3054096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application_id</a:t>
            </a:r>
            <a:br/>
            <a:r>
              <a:t>student_id</a:t>
            </a:r>
            <a:br/>
            <a:r>
              <a:t>company_id</a:t>
            </a:r>
            <a:br/>
            <a:r>
              <a:t>eligibility_status</a:t>
            </a:r>
            <a:br/>
            <a:r>
              <a:t>remarks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9. Sample Output /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474720" cy="347472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554480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Login / 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75688"/>
            <a:ext cx="3145536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[Insert your project screenshot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474720" cy="347472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554480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Student Details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2075688"/>
            <a:ext cx="3145536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[Insert your project screenshot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17320"/>
            <a:ext cx="3474720" cy="347472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6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1554480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Eligibility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2075688"/>
            <a:ext cx="3145536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[Insert your project screenshot here]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232323"/>
                </a:solidFill>
              </a:defRPr>
            </a:pPr>
            <a:r>
              <a:t>Tip: Replace these placeholders with screenshots from your actual Java project before presenting.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50"/>
                </a:solidFill>
              </a:defRPr>
            </a:pPr>
            <a:r>
              <a:t>10. Advantages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5303520" cy="40233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08760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029967"/>
            <a:ext cx="4974336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• Fast eligibility checking</a:t>
            </a:r>
            <a:br/>
            <a:r>
              <a:t>• Less manual effort</a:t>
            </a:r>
            <a:br/>
            <a:r>
              <a:t>• Consistent decision-making</a:t>
            </a:r>
            <a:br/>
            <a:r>
              <a:t>• Easy to use</a:t>
            </a:r>
            <a:br/>
            <a:r>
              <a:t>• Centralized student information</a:t>
            </a:r>
            <a:br/>
            <a:r>
              <a:t>• Can be customized for different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023360"/>
          </a:xfrm>
          <a:prstGeom prst="roundRect">
            <a:avLst/>
          </a:prstGeom>
          <a:solidFill>
            <a:srgbClr val="EEF4FA"/>
          </a:solidFill>
          <a:ln w="19050">
            <a:solidFill>
              <a:srgbClr val="36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974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92D50"/>
                </a:solidFill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2029967"/>
            <a:ext cx="4974336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• Multiple company profiles</a:t>
            </a:r>
            <a:br/>
            <a:r>
              <a:t>• Admin dashboard</a:t>
            </a:r>
            <a:br/>
            <a:r>
              <a:t>• Resume screening support</a:t>
            </a:r>
            <a:br/>
            <a:r>
              <a:t>• Email / notification feature</a:t>
            </a:r>
            <a:br/>
            <a:r>
              <a:t>• Student placement history</a:t>
            </a:r>
            <a:br/>
            <a:r>
              <a:t>• Web-based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0" y="65745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1EBF8"/>
                </a:solidFill>
              </a:defRPr>
            </a:pPr>
            <a:r>
              <a:t>The Placement Eligibility Checker provides a simple and efficient way to determine whether a student meets placement requirements. It demonstrates practical use of Java, database connectivity and programming concepts.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